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9016" y="5001768"/>
            <a:ext cx="3657600" cy="3657600"/>
          </a:xfrm>
          <a:prstGeom prst="ellipse">
            <a:avLst/>
          </a:prstGeom>
          <a:solidFill>
            <a:srgbClr val="DDE7F0"/>
          </a:solidFill>
          <a:ln w="10160">
            <a:solidFill>
              <a:srgbClr val="D6E2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548640"/>
            <a:ext cx="2194560" cy="2194560"/>
          </a:xfrm>
          <a:prstGeom prst="ellipse">
            <a:avLst/>
          </a:prstGeom>
          <a:solidFill>
            <a:srgbClr val="DDE7F0"/>
          </a:solidFill>
          <a:ln w="6350">
            <a:solidFill>
              <a:srgbClr val="D6E2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32136" y="3402940"/>
            <a:ext cx="822960" cy="822960"/>
          </a:xfrm>
          <a:prstGeom prst="ellipse">
            <a:avLst/>
          </a:prstGeom>
          <a:solidFill>
            <a:srgbClr val="DDE7F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" y="4159148"/>
            <a:ext cx="91440" cy="91440"/>
          </a:xfrm>
          <a:prstGeom prst="ellipse">
            <a:avLst/>
          </a:prstGeom>
          <a:solidFill>
            <a:srgbClr val="D6E2ED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" y="4214012"/>
            <a:ext cx="73152" cy="73152"/>
          </a:xfrm>
          <a:prstGeom prst="ellipse">
            <a:avLst/>
          </a:prstGeom>
          <a:solidFill>
            <a:srgbClr val="DDE7F0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" y="4287164"/>
            <a:ext cx="54864" cy="54864"/>
          </a:xfrm>
          <a:prstGeom prst="ellipse">
            <a:avLst/>
          </a:prstGeom>
          <a:solidFill>
            <a:srgbClr val="D6E2E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0689336" cy="621792"/>
          </a:xfrm>
          <a:prstGeom prst="rect">
            <a:avLst/>
          </a:prstGeom>
          <a:solidFill>
            <a:srgbClr val="00325F"/>
          </a:solidFill>
          <a:ln/>
        </p:spPr>
      </p:sp>
      <p:sp>
        <p:nvSpPr>
          <p:cNvPr id="9" name="Shape 7"/>
          <p:cNvSpPr/>
          <p:nvPr/>
        </p:nvSpPr>
        <p:spPr>
          <a:xfrm>
            <a:off x="4489521" y="-182880"/>
            <a:ext cx="457200" cy="457200"/>
          </a:xfrm>
          <a:prstGeom prst="ellipse">
            <a:avLst/>
          </a:prstGeom>
          <a:noFill/>
          <a:ln w="6350">
            <a:solidFill>
              <a:srgbClr val="004A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7095" y="320040"/>
            <a:ext cx="274320" cy="274320"/>
          </a:xfrm>
          <a:prstGeom prst="ellipse">
            <a:avLst/>
          </a:prstGeom>
          <a:noFill/>
          <a:ln w="3810">
            <a:solidFill>
              <a:srgbClr val="004A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94360"/>
            <a:ext cx="10689336" cy="27432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731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Quick-Start Guide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" y="36576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B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Kurzanleitung  ·  43" MultiView 3D-Bildschirm</a:t>
            </a:r>
            <a:endParaRPr lang="en-US" sz="900" dirty="0"/>
          </a:p>
        </p:txBody>
      </p:sp>
      <p:pic>
        <p:nvPicPr>
          <p:cNvPr id="14" name="Image 0" descr="/sessions/busy-eager-faraday/icons/3d-global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335" y="132588"/>
            <a:ext cx="967801" cy="32918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0" y="7342632"/>
            <a:ext cx="10689336" cy="219456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7342632"/>
            <a:ext cx="8677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8DB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3D Global GmbH  ·  www.3d-global.com  ·  Quick-Start Guide V1.0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9317736" y="7342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A8DB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Seite 1 / 2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457200" y="713232"/>
            <a:ext cx="4777740" cy="2688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914400"/>
            <a:ext cx="41148" cy="182880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877824"/>
            <a:ext cx="4283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1170432"/>
            <a:ext cx="4411980" cy="1280160"/>
          </a:xfrm>
          <a:prstGeom prst="rect">
            <a:avLst/>
          </a:prstGeom>
          <a:solidFill>
            <a:srgbClr val="FFFDF5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1170432"/>
            <a:ext cx="41148" cy="1280160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23" name="Image 1" descr="/sessions/busy-eager-faraday/icons/ISO_7010_W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298448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78992" y="1298448"/>
            <a:ext cx="3826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WARNUNG – Fotosensitive Reaktionen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078992" y="1490472"/>
            <a:ext cx="38267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3F1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3D-Darstellung kann epileptische Anfälle, Schwindel oder Muskelzuckungen auslösen. Nutzung sofort abbrechen. Bei anhaltendem Anfall Notruf absetzen. Bei bekannter Epilepsie vorab Arzt konsultieren.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58368" y="2587752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27" name="Text 23"/>
          <p:cNvSpPr/>
          <p:nvPr/>
        </p:nvSpPr>
        <p:spPr>
          <a:xfrm>
            <a:off x="786384" y="2523744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Nach 60 Min. Nutzung eine Pause von 15 Min. einlegen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58368" y="2825496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29" name="Text 25"/>
          <p:cNvSpPr/>
          <p:nvPr/>
        </p:nvSpPr>
        <p:spPr>
          <a:xfrm>
            <a:off x="786384" y="2761488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Bei Unwohlsein sofort stoppen und Blick abwenden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58368" y="3063240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31" name="Text 27"/>
          <p:cNvSpPr/>
          <p:nvPr/>
        </p:nvSpPr>
        <p:spPr>
          <a:xfrm>
            <a:off x="786384" y="2999232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Nicht empfohlen für Kinder unter 6 Jahren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229100" y="7498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33" name="Shape 29"/>
          <p:cNvSpPr/>
          <p:nvPr/>
        </p:nvSpPr>
        <p:spPr>
          <a:xfrm>
            <a:off x="457200" y="3493008"/>
            <a:ext cx="4777740" cy="3758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40080" y="3694176"/>
            <a:ext cx="41148" cy="182880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35" name="Text 31"/>
          <p:cNvSpPr/>
          <p:nvPr/>
        </p:nvSpPr>
        <p:spPr>
          <a:xfrm>
            <a:off x="749808" y="3657600"/>
            <a:ext cx="4283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Voraussetzungen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40080" y="3950208"/>
            <a:ext cx="4411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erforderlich: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58368" y="4251960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38" name="Text 34"/>
          <p:cNvSpPr/>
          <p:nvPr/>
        </p:nvSpPr>
        <p:spPr>
          <a:xfrm>
            <a:off x="786384" y="4187952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Stromkabel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58368" y="4489704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40" name="Text 36"/>
          <p:cNvSpPr/>
          <p:nvPr/>
        </p:nvSpPr>
        <p:spPr>
          <a:xfrm>
            <a:off x="786384" y="4425696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Maus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58368" y="4727448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42" name="Text 38"/>
          <p:cNvSpPr/>
          <p:nvPr/>
        </p:nvSpPr>
        <p:spPr>
          <a:xfrm>
            <a:off x="786384" y="4663440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Tastatur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58368" y="4965192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44" name="Text 40"/>
          <p:cNvSpPr/>
          <p:nvPr/>
        </p:nvSpPr>
        <p:spPr>
          <a:xfrm>
            <a:off x="786384" y="4901184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3D-Display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640080" y="5230368"/>
            <a:ext cx="4411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 bei eigenen Inhalten: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658368" y="5532120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47" name="Text 43"/>
          <p:cNvSpPr/>
          <p:nvPr/>
        </p:nvSpPr>
        <p:spPr>
          <a:xfrm>
            <a:off x="786384" y="5468112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USB-Stick oder HDMI-Kabel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658368" y="5769864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49" name="Text 45"/>
          <p:cNvSpPr/>
          <p:nvPr/>
        </p:nvSpPr>
        <p:spPr>
          <a:xfrm>
            <a:off x="786384" y="5705856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Laptop / PC mit MP4-Dateien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4229100" y="352958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51" name="Shape 47"/>
          <p:cNvSpPr/>
          <p:nvPr/>
        </p:nvSpPr>
        <p:spPr>
          <a:xfrm>
            <a:off x="5454396" y="713232"/>
            <a:ext cx="4777740" cy="30090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5637276" y="914400"/>
            <a:ext cx="41148" cy="182880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53" name="Text 49"/>
          <p:cNvSpPr/>
          <p:nvPr/>
        </p:nvSpPr>
        <p:spPr>
          <a:xfrm>
            <a:off x="5747004" y="877824"/>
            <a:ext cx="4283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Positionierung</a:t>
            </a:r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(3D-Effekt)</a:t>
            </a:r>
            <a:endParaRPr lang="en-US" sz="1400" dirty="0"/>
          </a:p>
        </p:txBody>
      </p:sp>
      <p:sp>
        <p:nvSpPr>
          <p:cNvPr id="54" name="Shape 50"/>
          <p:cNvSpPr/>
          <p:nvPr/>
        </p:nvSpPr>
        <p:spPr>
          <a:xfrm>
            <a:off x="6668719" y="1143000"/>
            <a:ext cx="2349094" cy="14545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pic>
        <p:nvPicPr>
          <p:cNvPr id="55" name="Image 2" descr="/sessions/busy-eager-faraday/mnt/webseite/public/images/quickin-img-1-1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151" y="1170432"/>
            <a:ext cx="2294230" cy="1399712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5637276" y="2625008"/>
            <a:ext cx="44119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Optimaler Betrachtungsabstand</a:t>
            </a:r>
            <a:endParaRPr lang="en-US" sz="700" dirty="0"/>
          </a:p>
        </p:txBody>
      </p:sp>
      <p:sp>
        <p:nvSpPr>
          <p:cNvPr id="57" name="Shape 52"/>
          <p:cNvSpPr/>
          <p:nvPr/>
        </p:nvSpPr>
        <p:spPr>
          <a:xfrm>
            <a:off x="5655564" y="2890184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58" name="Text 53"/>
          <p:cNvSpPr/>
          <p:nvPr/>
        </p:nvSpPr>
        <p:spPr>
          <a:xfrm>
            <a:off x="5783580" y="2826176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Position gemäß Anleitung einnehmen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5655564" y="3127928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60" name="Text 55"/>
          <p:cNvSpPr/>
          <p:nvPr/>
        </p:nvSpPr>
        <p:spPr>
          <a:xfrm>
            <a:off x="5783580" y="3063920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Abstand und Höhe einhalten</a:t>
            </a:r>
            <a:endParaRPr lang="en-US" sz="1050" dirty="0"/>
          </a:p>
        </p:txBody>
      </p:sp>
      <p:sp>
        <p:nvSpPr>
          <p:cNvPr id="61" name="Shape 56"/>
          <p:cNvSpPr/>
          <p:nvPr/>
        </p:nvSpPr>
        <p:spPr>
          <a:xfrm>
            <a:off x="5655564" y="3365672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62" name="Text 57"/>
          <p:cNvSpPr/>
          <p:nvPr/>
        </p:nvSpPr>
        <p:spPr>
          <a:xfrm>
            <a:off x="5783580" y="3301664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Nur in richtiger Position ist der 3D-Effekt sichtbar</a:t>
            </a:r>
            <a:endParaRPr lang="en-US" sz="1050" dirty="0"/>
          </a:p>
        </p:txBody>
      </p:sp>
      <p:sp>
        <p:nvSpPr>
          <p:cNvPr id="63" name="Text 58"/>
          <p:cNvSpPr/>
          <p:nvPr/>
        </p:nvSpPr>
        <p:spPr>
          <a:xfrm>
            <a:off x="9226296" y="7498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64" name="Shape 59"/>
          <p:cNvSpPr/>
          <p:nvPr/>
        </p:nvSpPr>
        <p:spPr>
          <a:xfrm>
            <a:off x="5454396" y="3813728"/>
            <a:ext cx="4777740" cy="34374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sp>
        <p:nvSpPr>
          <p:cNvPr id="65" name="Shape 60"/>
          <p:cNvSpPr/>
          <p:nvPr/>
        </p:nvSpPr>
        <p:spPr>
          <a:xfrm>
            <a:off x="5637276" y="4014896"/>
            <a:ext cx="41148" cy="182880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66" name="Text 61"/>
          <p:cNvSpPr/>
          <p:nvPr/>
        </p:nvSpPr>
        <p:spPr>
          <a:xfrm>
            <a:off x="5747004" y="3978320"/>
            <a:ext cx="4283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Einsatzgebiete</a:t>
            </a:r>
            <a:endParaRPr lang="en-US" sz="1400" dirty="0"/>
          </a:p>
        </p:txBody>
      </p:sp>
      <p:sp>
        <p:nvSpPr>
          <p:cNvPr id="67" name="Shape 62"/>
          <p:cNvSpPr/>
          <p:nvPr/>
        </p:nvSpPr>
        <p:spPr>
          <a:xfrm>
            <a:off x="5655564" y="4289216"/>
            <a:ext cx="182880" cy="182880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68" name="Text 63"/>
          <p:cNvSpPr/>
          <p:nvPr/>
        </p:nvSpPr>
        <p:spPr>
          <a:xfrm>
            <a:off x="5655564" y="4270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200" dirty="0"/>
          </a:p>
        </p:txBody>
      </p:sp>
      <p:sp>
        <p:nvSpPr>
          <p:cNvPr id="69" name="Text 64"/>
          <p:cNvSpPr/>
          <p:nvPr/>
        </p:nvSpPr>
        <p:spPr>
          <a:xfrm>
            <a:off x="5929884" y="4270928"/>
            <a:ext cx="4101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Anwendungen</a:t>
            </a:r>
            <a:endParaRPr lang="en-US" sz="1050" dirty="0"/>
          </a:p>
        </p:txBody>
      </p:sp>
      <p:sp>
        <p:nvSpPr>
          <p:cNvPr id="70" name="Shape 65"/>
          <p:cNvSpPr/>
          <p:nvPr/>
        </p:nvSpPr>
        <p:spPr>
          <a:xfrm>
            <a:off x="5710428" y="4645832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71" name="Text 66"/>
          <p:cNvSpPr/>
          <p:nvPr/>
        </p:nvSpPr>
        <p:spPr>
          <a:xfrm>
            <a:off x="5838444" y="4581824"/>
            <a:ext cx="4192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Messen und Ausstellungen</a:t>
            </a:r>
            <a:endParaRPr lang="en-US" sz="1050" dirty="0"/>
          </a:p>
        </p:txBody>
      </p:sp>
      <p:sp>
        <p:nvSpPr>
          <p:cNvPr id="72" name="Shape 67"/>
          <p:cNvSpPr/>
          <p:nvPr/>
        </p:nvSpPr>
        <p:spPr>
          <a:xfrm>
            <a:off x="5710428" y="4920152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73" name="Text 68"/>
          <p:cNvSpPr/>
          <p:nvPr/>
        </p:nvSpPr>
        <p:spPr>
          <a:xfrm>
            <a:off x="5838444" y="4856144"/>
            <a:ext cx="4192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Präsentationen und Showrooms</a:t>
            </a:r>
            <a:endParaRPr lang="en-US" sz="1050" dirty="0"/>
          </a:p>
        </p:txBody>
      </p:sp>
      <p:sp>
        <p:nvSpPr>
          <p:cNvPr id="74" name="Shape 69"/>
          <p:cNvSpPr/>
          <p:nvPr/>
        </p:nvSpPr>
        <p:spPr>
          <a:xfrm>
            <a:off x="5710428" y="5194472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75" name="Text 70"/>
          <p:cNvSpPr/>
          <p:nvPr/>
        </p:nvSpPr>
        <p:spPr>
          <a:xfrm>
            <a:off x="5838444" y="5130464"/>
            <a:ext cx="4192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Point-of-Sale Displays</a:t>
            </a:r>
            <a:endParaRPr lang="en-US" sz="1050" dirty="0"/>
          </a:p>
        </p:txBody>
      </p:sp>
      <p:sp>
        <p:nvSpPr>
          <p:cNvPr id="76" name="Shape 71"/>
          <p:cNvSpPr/>
          <p:nvPr/>
        </p:nvSpPr>
        <p:spPr>
          <a:xfrm>
            <a:off x="5710428" y="5468792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77" name="Text 72"/>
          <p:cNvSpPr/>
          <p:nvPr/>
        </p:nvSpPr>
        <p:spPr>
          <a:xfrm>
            <a:off x="5838444" y="5404784"/>
            <a:ext cx="4192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Live-Demos und Events</a:t>
            </a:r>
            <a:endParaRPr lang="en-US" sz="1050" dirty="0"/>
          </a:p>
        </p:txBody>
      </p:sp>
      <p:sp>
        <p:nvSpPr>
          <p:cNvPr id="78" name="Text 73"/>
          <p:cNvSpPr/>
          <p:nvPr/>
        </p:nvSpPr>
        <p:spPr>
          <a:xfrm>
            <a:off x="9226296" y="38503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9016" y="5001768"/>
            <a:ext cx="3657600" cy="3657600"/>
          </a:xfrm>
          <a:prstGeom prst="ellipse">
            <a:avLst/>
          </a:prstGeom>
          <a:solidFill>
            <a:srgbClr val="DDE7F0"/>
          </a:solidFill>
          <a:ln w="10160">
            <a:solidFill>
              <a:srgbClr val="D6E2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548640"/>
            <a:ext cx="2194560" cy="2194560"/>
          </a:xfrm>
          <a:prstGeom prst="ellipse">
            <a:avLst/>
          </a:prstGeom>
          <a:solidFill>
            <a:srgbClr val="DDE7F0"/>
          </a:solidFill>
          <a:ln w="6350">
            <a:solidFill>
              <a:srgbClr val="D6E2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32136" y="3402940"/>
            <a:ext cx="822960" cy="822960"/>
          </a:xfrm>
          <a:prstGeom prst="ellipse">
            <a:avLst/>
          </a:prstGeom>
          <a:solidFill>
            <a:srgbClr val="DDE7F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" y="4159148"/>
            <a:ext cx="91440" cy="91440"/>
          </a:xfrm>
          <a:prstGeom prst="ellipse">
            <a:avLst/>
          </a:prstGeom>
          <a:solidFill>
            <a:srgbClr val="D6E2ED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" y="4214012"/>
            <a:ext cx="73152" cy="73152"/>
          </a:xfrm>
          <a:prstGeom prst="ellipse">
            <a:avLst/>
          </a:prstGeom>
          <a:solidFill>
            <a:srgbClr val="DDE7F0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" y="4287164"/>
            <a:ext cx="54864" cy="54864"/>
          </a:xfrm>
          <a:prstGeom prst="ellipse">
            <a:avLst/>
          </a:prstGeom>
          <a:solidFill>
            <a:srgbClr val="D6E2E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0689336" cy="621792"/>
          </a:xfrm>
          <a:prstGeom prst="rect">
            <a:avLst/>
          </a:prstGeom>
          <a:solidFill>
            <a:srgbClr val="00325F"/>
          </a:solidFill>
          <a:ln/>
        </p:spPr>
      </p:sp>
      <p:sp>
        <p:nvSpPr>
          <p:cNvPr id="9" name="Shape 7"/>
          <p:cNvSpPr/>
          <p:nvPr/>
        </p:nvSpPr>
        <p:spPr>
          <a:xfrm>
            <a:off x="4489521" y="-182880"/>
            <a:ext cx="457200" cy="457200"/>
          </a:xfrm>
          <a:prstGeom prst="ellipse">
            <a:avLst/>
          </a:prstGeom>
          <a:noFill/>
          <a:ln w="6350">
            <a:solidFill>
              <a:srgbClr val="004A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7095" y="320040"/>
            <a:ext cx="274320" cy="274320"/>
          </a:xfrm>
          <a:prstGeom prst="ellipse">
            <a:avLst/>
          </a:prstGeom>
          <a:noFill/>
          <a:ln w="3810">
            <a:solidFill>
              <a:srgbClr val="004A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94360"/>
            <a:ext cx="10689336" cy="27432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731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Quick-Start Guide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" y="36576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B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Kurzanleitung  ·  43" MultiView 3D-Bildschirm</a:t>
            </a:r>
            <a:endParaRPr lang="en-US" sz="900" dirty="0"/>
          </a:p>
        </p:txBody>
      </p:sp>
      <p:pic>
        <p:nvPicPr>
          <p:cNvPr id="14" name="Image 0" descr="/sessions/busy-eager-faraday/icons/3d-global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335" y="132588"/>
            <a:ext cx="967801" cy="32918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0" y="7342632"/>
            <a:ext cx="10689336" cy="219456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7342632"/>
            <a:ext cx="8677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8DB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3D Global GmbH  ·  www.3d-global.com  ·  Quick-Start Guide V1.0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9317736" y="7342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A8DB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Seite 2 / 2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457200" y="713232"/>
            <a:ext cx="4777740" cy="1847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914400"/>
            <a:ext cx="41148" cy="182880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877824"/>
            <a:ext cx="4283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Inhalte abspielen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1188720"/>
            <a:ext cx="201168" cy="201168"/>
          </a:xfrm>
          <a:prstGeom prst="ellipse">
            <a:avLst/>
          </a:prstGeom>
          <a:solidFill>
            <a:srgbClr val="003E77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1188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2688" y="1170432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Öffnen Sie den Ordner "Playlist".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" y="1463040"/>
            <a:ext cx="201168" cy="201168"/>
          </a:xfrm>
          <a:prstGeom prst="ellipse">
            <a:avLst/>
          </a:prstGeom>
          <a:solidFill>
            <a:srgbClr val="003E77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1463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2688" y="1444752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Starten Sie die MP4-Datei mit Doppelklick.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40080" y="1792224"/>
            <a:ext cx="4411980" cy="512064"/>
          </a:xfrm>
          <a:prstGeom prst="rect">
            <a:avLst/>
          </a:prstGeom>
          <a:solidFill>
            <a:srgbClr val="EBF5F8"/>
          </a:solidFill>
          <a:ln w="7620">
            <a:solidFill>
              <a:srgbClr val="73C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1792224"/>
            <a:ext cx="41148" cy="512064"/>
          </a:xfrm>
          <a:prstGeom prst="rect">
            <a:avLst/>
          </a:prstGeom>
          <a:solidFill>
            <a:srgbClr val="003E77"/>
          </a:solidFill>
          <a:ln/>
        </p:spPr>
      </p:sp>
      <p:sp>
        <p:nvSpPr>
          <p:cNvPr id="29" name="Shape 26"/>
          <p:cNvSpPr/>
          <p:nvPr/>
        </p:nvSpPr>
        <p:spPr>
          <a:xfrm>
            <a:off x="786384" y="1956816"/>
            <a:ext cx="182880" cy="182880"/>
          </a:xfrm>
          <a:prstGeom prst="ellipse">
            <a:avLst/>
          </a:prstGeom>
          <a:solidFill>
            <a:srgbClr val="D4EEF3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60704" y="1865376"/>
            <a:ext cx="38816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60704" y="2048256"/>
            <a:ext cx="3881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2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Video wird automatisch im 3D-Player abgespielt.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229100" y="7498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600" dirty="0"/>
          </a:p>
        </p:txBody>
      </p:sp>
      <p:sp>
        <p:nvSpPr>
          <p:cNvPr id="34" name="Shape 31"/>
          <p:cNvSpPr/>
          <p:nvPr/>
        </p:nvSpPr>
        <p:spPr>
          <a:xfrm>
            <a:off x="457200" y="2651760"/>
            <a:ext cx="4777740" cy="2121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0080" y="2852928"/>
            <a:ext cx="41148" cy="182880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36" name="Text 33"/>
          <p:cNvSpPr/>
          <p:nvPr/>
        </p:nvSpPr>
        <p:spPr>
          <a:xfrm>
            <a:off x="749808" y="2816352"/>
            <a:ext cx="4283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Inhalte abspielen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40080" y="3127248"/>
            <a:ext cx="201168" cy="201168"/>
          </a:xfrm>
          <a:prstGeom prst="ellipse">
            <a:avLst/>
          </a:prstGeom>
          <a:solidFill>
            <a:srgbClr val="003E77"/>
          </a:solidFill>
          <a:ln/>
        </p:spPr>
      </p:sp>
      <p:sp>
        <p:nvSpPr>
          <p:cNvPr id="38" name="Text 35"/>
          <p:cNvSpPr/>
          <p:nvPr/>
        </p:nvSpPr>
        <p:spPr>
          <a:xfrm>
            <a:off x="640080" y="3127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32688" y="3108960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USB-Stick einstecken oder Laptop per HDMI verbinden.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40080" y="3493008"/>
            <a:ext cx="201168" cy="201168"/>
          </a:xfrm>
          <a:prstGeom prst="ellipse">
            <a:avLst/>
          </a:prstGeom>
          <a:solidFill>
            <a:srgbClr val="003E77"/>
          </a:solidFill>
          <a:ln/>
        </p:spPr>
      </p:sp>
      <p:sp>
        <p:nvSpPr>
          <p:cNvPr id="41" name="Text 38"/>
          <p:cNvSpPr/>
          <p:nvPr/>
        </p:nvSpPr>
        <p:spPr>
          <a:xfrm>
            <a:off x="64008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32688" y="3474720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MP4-Dateien per Drag &amp; Drop in Videos-Ordner kopieren.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0080" y="3858768"/>
            <a:ext cx="201168" cy="201168"/>
          </a:xfrm>
          <a:prstGeom prst="ellipse">
            <a:avLst/>
          </a:prstGeom>
          <a:solidFill>
            <a:srgbClr val="003E77"/>
          </a:solidFill>
          <a:ln/>
        </p:spPr>
      </p:sp>
      <p:sp>
        <p:nvSpPr>
          <p:cNvPr id="44" name="Text 41"/>
          <p:cNvSpPr/>
          <p:nvPr/>
        </p:nvSpPr>
        <p:spPr>
          <a:xfrm>
            <a:off x="640080" y="3858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932688" y="3840480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Datei per Doppelklick starten.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40080" y="4187952"/>
            <a:ext cx="4411980" cy="512064"/>
          </a:xfrm>
          <a:prstGeom prst="rect">
            <a:avLst/>
          </a:prstGeom>
          <a:solidFill>
            <a:srgbClr val="EBF5F8"/>
          </a:solidFill>
          <a:ln w="7620">
            <a:solidFill>
              <a:srgbClr val="73C7D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0080" y="4187952"/>
            <a:ext cx="41148" cy="512064"/>
          </a:xfrm>
          <a:prstGeom prst="rect">
            <a:avLst/>
          </a:prstGeom>
          <a:solidFill>
            <a:srgbClr val="003E77"/>
          </a:solidFill>
          <a:ln/>
        </p:spPr>
      </p:sp>
      <p:sp>
        <p:nvSpPr>
          <p:cNvPr id="48" name="Shape 45"/>
          <p:cNvSpPr/>
          <p:nvPr/>
        </p:nvSpPr>
        <p:spPr>
          <a:xfrm>
            <a:off x="786384" y="4352544"/>
            <a:ext cx="182880" cy="182880"/>
          </a:xfrm>
          <a:prstGeom prst="ellipse">
            <a:avLst/>
          </a:prstGeom>
          <a:solidFill>
            <a:srgbClr val="D4EEF3"/>
          </a:solidFill>
          <a:ln/>
        </p:spPr>
      </p:sp>
      <p:sp>
        <p:nvSpPr>
          <p:cNvPr id="49" name="Text 46"/>
          <p:cNvSpPr/>
          <p:nvPr/>
        </p:nvSpPr>
        <p:spPr>
          <a:xfrm>
            <a:off x="777240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60704" y="4261104"/>
            <a:ext cx="38816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1060704" y="4443984"/>
            <a:ext cx="3881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2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Identisch zum normalen Abspielen.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4229100" y="268833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600" dirty="0"/>
          </a:p>
        </p:txBody>
      </p:sp>
      <p:sp>
        <p:nvSpPr>
          <p:cNvPr id="53" name="Shape 50"/>
          <p:cNvSpPr/>
          <p:nvPr/>
        </p:nvSpPr>
        <p:spPr>
          <a:xfrm>
            <a:off x="457200" y="4864608"/>
            <a:ext cx="4777740" cy="2386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40080" y="5065776"/>
            <a:ext cx="41148" cy="182880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55" name="Text 52"/>
          <p:cNvSpPr/>
          <p:nvPr/>
        </p:nvSpPr>
        <p:spPr>
          <a:xfrm>
            <a:off x="749808" y="5029200"/>
            <a:ext cx="4283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Beenden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40080" y="5340096"/>
            <a:ext cx="201168" cy="201168"/>
          </a:xfrm>
          <a:prstGeom prst="ellipse">
            <a:avLst/>
          </a:prstGeom>
          <a:solidFill>
            <a:srgbClr val="003E77"/>
          </a:solidFill>
          <a:ln/>
        </p:spPr>
      </p:sp>
      <p:sp>
        <p:nvSpPr>
          <p:cNvPr id="57" name="Text 54"/>
          <p:cNvSpPr/>
          <p:nvPr/>
        </p:nvSpPr>
        <p:spPr>
          <a:xfrm>
            <a:off x="640080" y="5340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932688" y="5321808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Schließen Sie das Video.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640080" y="5614416"/>
            <a:ext cx="201168" cy="201168"/>
          </a:xfrm>
          <a:prstGeom prst="ellipse">
            <a:avLst/>
          </a:prstGeom>
          <a:solidFill>
            <a:srgbClr val="003E77"/>
          </a:solidFill>
          <a:ln/>
        </p:spPr>
      </p:sp>
      <p:sp>
        <p:nvSpPr>
          <p:cNvPr id="60" name="Text 57"/>
          <p:cNvSpPr/>
          <p:nvPr/>
        </p:nvSpPr>
        <p:spPr>
          <a:xfrm>
            <a:off x="640080" y="5614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932688" y="5596128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Schließen Sie alle Programme.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640080" y="5888736"/>
            <a:ext cx="201168" cy="201168"/>
          </a:xfrm>
          <a:prstGeom prst="ellipse">
            <a:avLst/>
          </a:prstGeom>
          <a:solidFill>
            <a:srgbClr val="003E77"/>
          </a:solidFill>
          <a:ln/>
        </p:spPr>
      </p:sp>
      <p:sp>
        <p:nvSpPr>
          <p:cNvPr id="63" name="Text 60"/>
          <p:cNvSpPr/>
          <p:nvPr/>
        </p:nvSpPr>
        <p:spPr>
          <a:xfrm>
            <a:off x="640080" y="5888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932688" y="5870448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Schalten Sie das Gerät aus.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640080" y="6163056"/>
            <a:ext cx="201168" cy="201168"/>
          </a:xfrm>
          <a:prstGeom prst="ellipse">
            <a:avLst/>
          </a:prstGeom>
          <a:solidFill>
            <a:srgbClr val="003E77"/>
          </a:solidFill>
          <a:ln/>
        </p:spPr>
      </p:sp>
      <p:sp>
        <p:nvSpPr>
          <p:cNvPr id="66" name="Text 63"/>
          <p:cNvSpPr/>
          <p:nvPr/>
        </p:nvSpPr>
        <p:spPr>
          <a:xfrm>
            <a:off x="640080" y="6163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932688" y="6144768"/>
            <a:ext cx="4101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Schalten Sie das 3D-Display aus.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4229100" y="490118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600" dirty="0"/>
          </a:p>
        </p:txBody>
      </p:sp>
      <p:sp>
        <p:nvSpPr>
          <p:cNvPr id="69" name="Shape 66"/>
          <p:cNvSpPr/>
          <p:nvPr/>
        </p:nvSpPr>
        <p:spPr>
          <a:xfrm>
            <a:off x="5454396" y="713232"/>
            <a:ext cx="477774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5637276" y="914400"/>
            <a:ext cx="41148" cy="182880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71" name="Text 68"/>
          <p:cNvSpPr/>
          <p:nvPr/>
        </p:nvSpPr>
        <p:spPr>
          <a:xfrm>
            <a:off x="5747004" y="877824"/>
            <a:ext cx="4283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bearbeiten</a:t>
            </a:r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(Autoplay)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5655564" y="1234440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73" name="Text 70"/>
          <p:cNvSpPr/>
          <p:nvPr/>
        </p:nvSpPr>
        <p:spPr>
          <a:xfrm>
            <a:off x="5783580" y="1170432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Playlist liegt im Videos-Ordner auf dem Desktop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5655564" y="1472184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75" name="Text 72"/>
          <p:cNvSpPr/>
          <p:nvPr/>
        </p:nvSpPr>
        <p:spPr>
          <a:xfrm>
            <a:off x="5783580" y="1408176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Dateiformat: .m3u oder .txt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5655564" y="1709928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77" name="Text 74"/>
          <p:cNvSpPr/>
          <p:nvPr/>
        </p:nvSpPr>
        <p:spPr>
          <a:xfrm>
            <a:off x="5783580" y="1645920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Öffnen per Rechtsklick → Mit Notepad öffnen</a:t>
            </a:r>
            <a:endParaRPr lang="en-US" sz="1050" dirty="0"/>
          </a:p>
        </p:txBody>
      </p:sp>
      <p:sp>
        <p:nvSpPr>
          <p:cNvPr id="78" name="Shape 75"/>
          <p:cNvSpPr/>
          <p:nvPr/>
        </p:nvSpPr>
        <p:spPr>
          <a:xfrm>
            <a:off x="5655564" y="1947672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79" name="Text 76"/>
          <p:cNvSpPr/>
          <p:nvPr/>
        </p:nvSpPr>
        <p:spPr>
          <a:xfrm>
            <a:off x="5783580" y="1883664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Videos zeilenweise über Dateinamen hinzufügen / entfernen</a:t>
            </a:r>
            <a:endParaRPr lang="en-US" sz="1050" dirty="0"/>
          </a:p>
        </p:txBody>
      </p:sp>
      <p:sp>
        <p:nvSpPr>
          <p:cNvPr id="80" name="Shape 77"/>
          <p:cNvSpPr/>
          <p:nvPr/>
        </p:nvSpPr>
        <p:spPr>
          <a:xfrm>
            <a:off x="5655564" y="2313432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81" name="Text 78"/>
          <p:cNvSpPr/>
          <p:nvPr/>
        </p:nvSpPr>
        <p:spPr>
          <a:xfrm>
            <a:off x="5783580" y="2249424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Dateinamen müssen exakt stimmen</a:t>
            </a:r>
            <a:endParaRPr lang="en-US" sz="1050" dirty="0"/>
          </a:p>
        </p:txBody>
      </p:sp>
      <p:sp>
        <p:nvSpPr>
          <p:cNvPr id="82" name="Text 79"/>
          <p:cNvSpPr/>
          <p:nvPr/>
        </p:nvSpPr>
        <p:spPr>
          <a:xfrm>
            <a:off x="5637276" y="2578608"/>
            <a:ext cx="4411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 Dateiformate: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5655564" y="2880360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84" name="Text 81"/>
          <p:cNvSpPr/>
          <p:nvPr/>
        </p:nvSpPr>
        <p:spPr>
          <a:xfrm>
            <a:off x="5783580" y="2816352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MultiView: *.mosaic.3x3.mp4</a:t>
            </a:r>
            <a:endParaRPr lang="en-US" sz="1050" dirty="0"/>
          </a:p>
        </p:txBody>
      </p:sp>
      <p:sp>
        <p:nvSpPr>
          <p:cNvPr id="85" name="Shape 82"/>
          <p:cNvSpPr/>
          <p:nvPr/>
        </p:nvSpPr>
        <p:spPr>
          <a:xfrm>
            <a:off x="5655564" y="3118104"/>
            <a:ext cx="54864" cy="54864"/>
          </a:xfrm>
          <a:prstGeom prst="ellipse">
            <a:avLst/>
          </a:prstGeom>
          <a:solidFill>
            <a:srgbClr val="73C7D4"/>
          </a:solidFill>
          <a:ln/>
        </p:spPr>
      </p:sp>
      <p:sp>
        <p:nvSpPr>
          <p:cNvPr id="86" name="Text 83"/>
          <p:cNvSpPr/>
          <p:nvPr/>
        </p:nvSpPr>
        <p:spPr>
          <a:xfrm>
            <a:off x="5783580" y="3054096"/>
            <a:ext cx="4247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Stereo (Side-by-Side): *.sbs.mp4</a:t>
            </a:r>
            <a:endParaRPr lang="en-US" sz="1050" dirty="0"/>
          </a:p>
        </p:txBody>
      </p:sp>
      <p:sp>
        <p:nvSpPr>
          <p:cNvPr id="87" name="Shape 84"/>
          <p:cNvSpPr/>
          <p:nvPr/>
        </p:nvSpPr>
        <p:spPr>
          <a:xfrm>
            <a:off x="5637276" y="3364992"/>
            <a:ext cx="4411980" cy="786384"/>
          </a:xfrm>
          <a:prstGeom prst="rect">
            <a:avLst/>
          </a:prstGeom>
          <a:solidFill>
            <a:srgbClr val="F0F7FF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637276" y="3364992"/>
            <a:ext cx="41148" cy="786384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89" name="Image 1" descr="/sessions/busy-eager-faraday/icons/ISO_7010_M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3493008"/>
            <a:ext cx="219456" cy="219456"/>
          </a:xfrm>
          <a:prstGeom prst="rect">
            <a:avLst/>
          </a:prstGeom>
        </p:spPr>
      </p:pic>
      <p:sp>
        <p:nvSpPr>
          <p:cNvPr id="90" name="Text 86"/>
          <p:cNvSpPr/>
          <p:nvPr/>
        </p:nvSpPr>
        <p:spPr>
          <a:xfrm>
            <a:off x="6076188" y="3493008"/>
            <a:ext cx="3826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</a:t>
            </a:r>
            <a:endParaRPr lang="en-US" sz="950" dirty="0"/>
          </a:p>
        </p:txBody>
      </p:sp>
      <p:sp>
        <p:nvSpPr>
          <p:cNvPr id="91" name="Text 87"/>
          <p:cNvSpPr/>
          <p:nvPr/>
        </p:nvSpPr>
        <p:spPr>
          <a:xfrm>
            <a:off x="6076188" y="3685032"/>
            <a:ext cx="3826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Die Autostart-Datei (Content.bat) darf nicht verändert werden.</a:t>
            </a:r>
            <a:endParaRPr lang="en-US" sz="950" dirty="0"/>
          </a:p>
        </p:txBody>
      </p:sp>
      <p:sp>
        <p:nvSpPr>
          <p:cNvPr id="92" name="Text 88"/>
          <p:cNvSpPr/>
          <p:nvPr/>
        </p:nvSpPr>
        <p:spPr>
          <a:xfrm>
            <a:off x="9226296" y="7498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5600" dirty="0"/>
          </a:p>
        </p:txBody>
      </p:sp>
      <p:sp>
        <p:nvSpPr>
          <p:cNvPr id="93" name="Shape 89"/>
          <p:cNvSpPr/>
          <p:nvPr/>
        </p:nvSpPr>
        <p:spPr>
          <a:xfrm>
            <a:off x="5454396" y="4352544"/>
            <a:ext cx="4777740" cy="2898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0800000">
              <a:srgbClr val="94A3B8">
                <a:alpha val="15000"/>
              </a:srgbClr>
            </a:outerShdw>
          </a:effectLst>
        </p:spPr>
      </p:sp>
      <p:sp>
        <p:nvSpPr>
          <p:cNvPr id="94" name="Shape 90"/>
          <p:cNvSpPr/>
          <p:nvPr/>
        </p:nvSpPr>
        <p:spPr>
          <a:xfrm>
            <a:off x="5637276" y="4553712"/>
            <a:ext cx="41148" cy="182880"/>
          </a:xfrm>
          <a:prstGeom prst="rect">
            <a:avLst/>
          </a:prstGeom>
          <a:solidFill>
            <a:srgbClr val="73C7D4"/>
          </a:solidFill>
          <a:ln/>
        </p:spPr>
      </p:sp>
      <p:sp>
        <p:nvSpPr>
          <p:cNvPr id="95" name="Text 91"/>
          <p:cNvSpPr/>
          <p:nvPr/>
        </p:nvSpPr>
        <p:spPr>
          <a:xfrm>
            <a:off x="5747004" y="4517136"/>
            <a:ext cx="4283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Fehlerbehebung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37276" y="4864608"/>
          <a:ext cx="4411980" cy="914400"/>
        </p:xfrm>
        <a:graphic>
          <a:graphicData uri="http://schemas.openxmlformats.org/drawingml/2006/table">
            <a:tbl>
              <a:tblPr/>
              <a:tblGrid>
                <a:gridCol w="1411834"/>
                <a:gridCol w="1676552"/>
                <a:gridCol w="132359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Ursache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Lösung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3D-Inhalt nicht angezeigt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Falsche Positionierung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Richtig positionieren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3D-Inhalt nicht angezeigt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Fehlerhafte Datei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Datei prüfen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3D-Inhalt nicht angezeigt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Kein 3D-Effekt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3D-Effekt prüfen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3D-Inhalt nicht angezeigt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Nicht MultiView-Format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Format prüfen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88900" marR="88900" marT="63500" marB="6350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7" name="Text 92"/>
          <p:cNvSpPr/>
          <p:nvPr/>
        </p:nvSpPr>
        <p:spPr>
          <a:xfrm>
            <a:off x="9226296" y="4389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Quick-Start Guide – 43" MultiView 3D-Bildschirm</dc:title>
  <dc:subject>PptxGenJS Presentation</dc:subject>
  <dc:creator>PptxGenJS</dc:creator>
  <cp:lastModifiedBy>PptxGenJS</cp:lastModifiedBy>
  <cp:revision>1</cp:revision>
  <dcterms:created xsi:type="dcterms:W3CDTF">2026-02-16T03:40:12Z</dcterms:created>
  <dcterms:modified xsi:type="dcterms:W3CDTF">2026-02-16T03:40:12Z</dcterms:modified>
</cp:coreProperties>
</file>